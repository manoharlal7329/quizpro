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8CC"/>
                </a:solidFill>
              </a:rPr>
              <a:t>Skill-Based Learning Quiz Platform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Learn Fast • Compete Fair • Win Real Rewards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Platform Vision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Education + Skill Improvement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Speed &amp; Accuracy Based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Transparent System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Real Rewards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Not Gambling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User Entry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Mobile OTP Login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1 Mobile = 1 Account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1 UPI = 1 Account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Fake Users Blocked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Category &amp; Session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Beginner, Skill Builder, Pro Speed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Only 1 Active Session per Category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Seats: 20 / 50 / 70 / 100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Core Rule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Session will NOT start until full booking.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If even 1 seat is empty: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Quiz ❌ PDF ❌ Timer ❌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Question Transparency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Questions visible to everyone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Answers after payment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Builds trust before payment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Payment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User pays via own UPI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Payment confirms seat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Session-based fees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Platform Revenue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100 users × ₹100 = ₹10,000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25% → Owner UPI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75% → Prize Pool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Full Booking Confirmation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Auto session confirmation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Popup on Mobile &amp; PC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Quiz &amp; PDF time shown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Session Time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1 Hour Total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30 min Pre-Study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30 min Live Quiz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Pre-Study Phase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PDF 30 min before quiz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Paid users only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Q + Answer + Explanation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Watermark applied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Live Quiz Phase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Same 20 questions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Random order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Timer enabled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Winner Decision Logic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1. Highest correct answers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2. Fastest time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Skill-based only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Prize Distribution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Top performers rewarded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Direct UPI / Bank transfer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No delay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Refund Policy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No refund if user misses.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Refund only if system cancels.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Security &amp; Fair Play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One user = One account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One UPI = One account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Bot detection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Copy blocked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Final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Full booking → Notification → Study → Quiz → Skill-based winners → Money direct to account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2026-02-21T03:01:48Z</dcterms:created>
  <dcterms:modified xsi:type="dcterms:W3CDTF">2026-02-21T03:01:48Z</dcterms:modified>
</cp:coreProperties>
</file>